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1200" b="1">
                <a:solidFill>
                  <a:srgbClr val="2563EB"/>
                </a:solidFill>
                <a:latin typeface="Arial"/>
              </a:defRPr>
            </a:pPr>
            <a:r>
              <a:t>FINAL YEAR B.SC. PROJECT DEFENSE</a:t>
            </a:r>
          </a:p>
          <a:p>
            <a:pPr algn="ctr">
              <a:spcAft>
                <a:spcPts val="12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DESIGN AND IMPLEMENTATION OF A DISTRIBUTED STUDENT RESULT MANAGEMENT SYSTEM FOR STAFF, STUDENTS AND DEPARTMENTS OF A TERTIARY INSTITUTION</a:t>
            </a:r>
          </a:p>
          <a:p>
            <a:pPr algn="ctr">
              <a:defRPr sz="1400" b="1">
                <a:solidFill>
                  <a:srgbClr val="94A3B8"/>
                </a:solidFill>
                <a:latin typeface="Arial"/>
              </a:defRPr>
            </a:pPr>
            <a:r>
              <a:t>CASE STUDY: UNIVERSITY OF NIGERIA, NSUKKA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931920"/>
            <a:ext cx="4754880" cy="2286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4206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PROJECT RESEARCHERS / PRESENTERS:</a:t>
            </a:r>
          </a:p>
          <a:p>
            <a:pPr>
              <a:spcAft>
                <a:spcPts val="400"/>
              </a:spcAft>
              <a:defRPr sz="1150" b="1">
                <a:solidFill>
                  <a:srgbClr val="F1F5F9"/>
                </a:solidFill>
                <a:latin typeface="Arial"/>
              </a:defRPr>
            </a:pPr>
            <a:r>
              <a:t>UDE JUSTINE ONYEDIKA (2022/244096)</a:t>
            </a:r>
          </a:p>
          <a:p>
            <a:pPr>
              <a:spcAft>
                <a:spcPts val="400"/>
              </a:spcAft>
              <a:defRPr sz="1150" b="1">
                <a:solidFill>
                  <a:srgbClr val="F1F5F9"/>
                </a:solidFill>
                <a:latin typeface="Arial"/>
              </a:defRPr>
            </a:pPr>
            <a:r>
              <a:t>UDEBUANI DANIEL UCHECHUKWU (2022/249081)</a:t>
            </a:r>
          </a:p>
          <a:p>
            <a:pPr>
              <a:spcAft>
                <a:spcPts val="400"/>
              </a:spcAft>
              <a:defRPr sz="1150" b="1">
                <a:solidFill>
                  <a:srgbClr val="F1F5F9"/>
                </a:solidFill>
                <a:latin typeface="Arial"/>
              </a:defRPr>
            </a:pPr>
            <a:r>
              <a:t>UDEBUANI SOMTO SIXTUS (2022/246656)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931920"/>
            <a:ext cx="48463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4114800"/>
            <a:ext cx="4297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SUPERVISION &amp; INSTITUTION: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Project Supervisor: MR. S.B. PONSAK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Head of Department: DR. UGWUISHI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Department: Computer Science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Faculty of Physical Sciences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University of Nigeria, Nsukka | November,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FINAL B.SC. PROJECT DEFENSE | COMPUTER SCIENCE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Background to the Study: Academic Result Processing Challenges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45720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CURRENT REALITY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The Existing Academic Landscape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Nigerian tertiary institutions handle thousands of student grades across multi-departmental cohorts each academic semester.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Computer Science acts as a service hub: offering foundational courses (COS 101, COS 201) taken by non-major faculties (Maths, VTE, Science Ed).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CA scores are traditionally gathered via paper sheets or disjointed flash drives, leading to transcription lag and missing continuous assessment.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874519"/>
            <a:ext cx="46634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VULNERABILITIES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Core Deficiencies Identified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Manual Service Course Dispatch: Hardcopy broadsheets are physically shuttled between department offices, causing severe transit bottlenecks.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Zero Acknowledgment Audit Trail: Teaching departments have no proof of when receiving HODs accepted grades.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CGPA Computation Overhead: Manual GPA/CGPA computation leads to human calculation errors under the NUC 5-point grading framework.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Lack of Dispute Redress: Students queue up for weeks to register missing scores due to the lack of an online dispute resolution portal.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FINAL B.SC. PROJECT DEFENSE | COMPUTER SCIENCE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Statement of the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28346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WHERE WE WANT TO BE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1. The Vision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A secure, real-time distributed platform where lecturers upload scores once, CA scores auto-match with exam scores, and multi-departmental grade dispatch happens in one click.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Automated NUC CCMAS 5.0 CGPA calculations with instant transparency for all students and academic staff.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28346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THE CRITICAL PROBLEM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2. The Issue Statement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Manual score merging is error-prone and vulnerable to unauthorized grade tampering.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Physical inter-departmental grade shuttling lacks traceability and auditability.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Missing CA scores cause late mobilization for NYSC and delay graduation clearances by months.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Students have zero self-service visibility into their raw CA vs Exam breakdown.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874519"/>
            <a:ext cx="28346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OUR APPROACH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3. The Method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Adopt Object-Oriented Analysis and Design Methodology (OOADM).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Deploy a distributed Next.js and Supabase cloud architecture with strict Row-Level Security (RLS).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Implement automated spreadsheet ingestion (SheetJS), digital HOD routing, and built-in dispute resolution.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FINAL B.SC. PROJECT DEFENSE | COMPUTER SCIENCE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Aim and Specific Research Objectives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45720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CORE PURPOSE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General Aim of the Study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To design and implement an enhanced distributed student result management system that automates Continuous Assessment integration, departmental grade distribution, archival acknowledgement, and CGPA computation for staff, students, and departments of a tertiary institution.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874519"/>
            <a:ext cx="46634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KEY DELIVERABLES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Specific Deliverable Objectives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1. Build automated CA score ingestion via Excel/CSV matching by registration numbers.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2. Develop a distributed inter-departmental routing engine enabling sending HODs to dispatch service course grades.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3. Implement digital HOD receipt acknowledgement with electronic verification.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4. Automate central archival delivery to the Central Examinations &amp; Records Unit.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5. Deploy an automated NUC 5.0 CGPA engine supporting 1st/2nd semester GPA and class of degree.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6. Create a real-time student portal for result slip viewing and printing.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7. Integrate an in-app student complaint &amp; dispute management tracker (Table 12).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FINAL B.SC. PROJECT DEFENSE | COMPUTER SCIENCE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Methodology &amp; High-Level System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28346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PRESENTATION TIER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1. Frontend Layer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Framework: Next.js 16 (App Router) &amp; React 19.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Styling: Tailwind CSS modern responsive UI.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Client Capabilities: Excel spreadsheet parsing via SheetJS (xlsx), dynamic semester filtering, role-based dashboards, and client-side print layout generation.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28346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APPLICATION TIER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2. Distributed Logic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Architecture: 3-tier distributed model.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Service Course Routing Engine: Automatically separates enrolled students by home department (COS, MTH, VTE, etc.).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Computation Engine: Computes Quality Points (Credit × Grade Point), Semester GPA, and Cumulative CGPA according to NUC standard.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874519"/>
            <a:ext cx="28346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DATABASE TIER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3. Cloud Data Tier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Engine: PostgreSQL on Supabase Cloud.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Security: Row-Level Security (RLS) policies protecting unauthorized lecturer/student reads.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Integrity: Foreign key cascades across 12 relational schemas ensuring referential consistency across all sessions.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FINAL B.SC. PROJECT DEFENSE | COMPUTER SCIENCE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Core Workflow &amp; UML Design (With Complaints Integration)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45720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SYSTEM WORKFLOW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The 5-Step Distributed Grade Pipeline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Step 1 (Lecturer): Uploads exam scores + CA scores spreadsheet; system merges records by registration number.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Step 2 (Sending HOD): Inspects merged course broadsheet and clicks 'Distribute Results'.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Step 3 (Receiving HOD): Inspects grades for their specific departmental students and clicks 'Acknowledge Receipt'.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Step 4 (Exams Officer): Master copy automatically routed to Central Records; Exam Officer performs formal sign-off.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Step 5 (Student): Grades published to student portal instantly.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874519"/>
            <a:ext cx="46634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SUPERVISOR REQUIREMENTS MET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New Defense Update: Dispute Management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Table 12 (complaints): Stores dispute tickets (Missing Score, Calculation Error, CA Mismatch).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Student Interaction: Can lodge a dispute ticket directly against any specific course from their portal.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Administrative Action: HOD and Exams Officer receive dispute flags, review the original uploaded audit trail, and update status to 'Resolved' with audit notes.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UML Diagrams: Fully reflected in Use Case, Activity, Class, and Sequence diagrams.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FINAL B.SC. PROJECT DEFENSE | COMPUTER SCIENCE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Database Entity Architecture (PostgreSQL / Supabase)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45720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FOUNDATIONAL SCHEMAS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Core Academic Entities (Tables 1 - 6)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1. departments: id, name, code, faculty.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2. users: Supabase Auth linkage, role (Admin, Lecturer, HOD, Exam Officer, Student).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3. students: matric_number, level (100L-400L), admission year cohort, department_id.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4. hod_profiles: user_id, rank, signature_url, department_id.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5. courses: code (COS 101-414), title, units, semester, assigned lecturer.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6. enrollments: student_id, course_id, session, semester.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874519"/>
            <a:ext cx="46634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OPERATIONAL &amp; ARCHIVAL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Grading, Routing &amp; Disputes (Tables 7 - 12)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7. exam_scores: Raw exam marks uploaded by allocated lecturer.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8. ca_scores: Ingested continuous assessment spreadsheet scores.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9. final_results: Merged scores (CA+Exam), grade letter, grade point.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10. result_distributions: Course routing status, sending HOD, receiving HOD, acknowledgement timestamp.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11. cgpa_records: Total Units, Total Quality Points, CGPA, Class of Degree.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12. complaints: Dispute tickets, issue type, resolution notes, status.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FINAL B.SC. PROJECT DEFENSE | COMPUTER SCIENCE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System Testing &amp; Empirical NUC 5.0 CGPA Verification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45720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100% TEST PASS RATE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Software Test Suite (TC-01 to TC-07)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TC-01 Role Authentication: Verified role isolation (Lecturers cannot access HOD/Admin routes) — PASSED.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TC-02 CA File Ingestion: Validated matching across 100% of enrolled students — PASSED.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TC-03 Score Range Constraints: System rejects scores &gt; 30 (CA) and &gt; 70 (Exam) — PASSED.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TC-04 Inter-Departmental Distribution: Verified automatic batch segregation by receiving department — PASSED.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TC-05 Archival Sign-Off: Exam Officer receipt acknowledgement logged to database — PASSED.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TC-06 RBAC Scoping: Lecturers strictly limited to their allocated course — PASSED.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874519"/>
            <a:ext cx="46634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MATHEMATICAL PRECISION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Empirical CGPA Accuracy Benchmark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NUC 5.0 Scale: 70-100 (A=5), 60-69 (B=4), 50-59 (C=3), 45-49 (D=2), 0-44 (F=0).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Graduating 400L Student (2022/234567):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  • Total Credit Units = 15 | Total Quality Points = 69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  • CGPA = 69 / 15 = 4.60 (First Class Honours).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300L Student (2023/300001):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  • Total Credit Units = 15 | Total Quality Points = 63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  • CGPA = 63 / 15 = 4.20 (Second Class Upper).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Empirical manual check matches automated computation to 2 decimal places with 0.00% margin of error.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FINAL B.SC. PROJECT DEFENSE | COMPUTER SCIENCE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Defense Live Demonstration Roadmap (3-Minute Tour)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28346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STEP 1: LECTURER ACTIONS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Phase 1: Ingestion &amp; RBAC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1. Login Page Quick Role Switcher: Demonstrates rapid switching between roles without manual typing.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2. Lecturer Allocation: Show that Dr. Aminu Ibrahim only sees COS 101.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3. Automated CA Ingestion: Demonstrate uploading CA Excel file and instant score integration.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28346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STEP 2: DEPARTMENTAL FLOW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Phase 2: Distribution &amp; Archival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4. Sending HOD Distribution: Computer Science HOD approves and dispatches COS 101 to receiving departments.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5. Receiving HOD Acknowledgement: Maths/VTE HOD inspects grades and clicks 'Acknowledge Receipt'.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6. Central Exam Officer Archival: Exam Officer verifies master copy and clicks archival acknowledgement.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874519"/>
            <a:ext cx="28346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STEP 3: STUDENT EXPERIENCE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Phase 3: Student Portal &amp; Dispute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7. Student Result Slip: Student logs in, checks First/Second Semester GPA and cumulative CGPA badge.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8. Print Preview: Demonstrates official university result slip with institutional header.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9. Dispute Tracking: Demonstrates lodging a grade inquiry via the complaints module.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FINAL B.SC. PROJECT DEFENSE | COMPUTER SCIENCE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Contributions to Knowledge, Recommendations &amp; Conclusion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45720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KEY MILESTONES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Major Contributions of the Study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1. Solved the Service Course Inter-Departmental Distribution Bottleneck with an automated, auditable digital routing engine.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2. Built Electronic HOD &amp; Exam Officer Archival Acknowledgment ensuring non-repudiation.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3. Eliminated Manual Calculation Discrepancies by embedding the National Universities Commission (NUC) CCMAS 5.0 standard.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4. Enhanced Academic Integrity and Transparency through student dispute self-service and strict Role-Based Access Controls.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874519"/>
            <a:ext cx="46634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Arial"/>
              </a:defRPr>
            </a:pPr>
            <a:r>
              <a:t>MOVING FORWARD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Recommendations &amp; Conclusion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Institutional Recommendation: Adopt this distributed architecture university-wide at UNN to eliminate inter-faculty result transmission delays.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Future Enhancements: Integration with SMS/Email notifications and institutional biometric verification for continuous assessment.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•  Conclusion: The system fulfills all specified objectives, solving paper-based administrative friction and establishing a resilient, secure academic records infrastructure.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  <a:defRPr sz="3200" b="1">
                <a:solidFill>
                  <a:srgbClr val="FFFFFF"/>
                </a:solidFill>
                <a:latin typeface="Arial"/>
              </a:defRPr>
            </a:pPr>
            <a:r>
              <a:t>THANK YOU FOR YOUR ATTENTION</a:t>
            </a:r>
          </a:p>
          <a:p>
            <a:pPr algn="ctr">
              <a:spcAft>
                <a:spcPts val="24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QUESTIONS, COMMENTS &amp; SUGGESTIONS</a:t>
            </a:r>
          </a:p>
          <a:p>
            <a:pPr algn="ctr">
              <a:defRPr sz="1300">
                <a:solidFill>
                  <a:srgbClr val="94A3B8"/>
                </a:solidFill>
                <a:latin typeface="Arial"/>
              </a:defRPr>
            </a:pPr>
            <a:r>
              <a:t>Department of Computer Science | University of Nigeria, Nsukka</a:t>
            </a:r>
            <a:br/>
            <a:r>
              <a:t>Supervisor: Mr. S.B. Ponsak | HOD: Dr. Ugwuishi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